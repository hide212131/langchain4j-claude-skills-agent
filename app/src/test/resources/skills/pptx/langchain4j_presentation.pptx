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LangChain4j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04800" y="811411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JavaでLLMアプリケーションを構築するための強力なフレームワーク</a:t>
            </a:r>
            <a:endParaRPr lang="en-US" sz="1500" dirty="0"/>
          </a:p>
        </p:txBody>
      </p:sp>
      <p:pic>
        <p:nvPicPr>
          <p:cNvPr id="4" name="Image 0" descr="/tmp/rasterized-gradient-9e4c94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49611"/>
            <a:ext cx="8534400" cy="11333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" y="1763911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533400" y="1986707"/>
            <a:ext cx="827760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大規模言語モデル（LLM）の統合を簡単に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33400" y="2268587"/>
            <a:ext cx="82776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LangChain4jは、Javaアプリケーションに最先端のAI機能を組み込むためのオープンソースフレームワークです。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OpenAI、Claude、Google Geminiなど複数のLLMプロバイダーを統一されたAPIで扱えます。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04800" y="2973437"/>
            <a:ext cx="2743200" cy="1158180"/>
          </a:xfrm>
          <a:prstGeom prst="roundRect">
            <a:avLst>
              <a:gd name="adj" fmla="val 6579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47675" y="3116312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47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7675" y="3459212"/>
            <a:ext cx="2506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簡単な統合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7675" y="3668762"/>
            <a:ext cx="25065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数行のコードでLLMを既存のJavaアプリケーションに統合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0" y="2973437"/>
            <a:ext cx="2743200" cy="1158180"/>
          </a:xfrm>
          <a:prstGeom prst="roundRect">
            <a:avLst>
              <a:gd name="adj" fmla="val 6579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43275" y="3116312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47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43275" y="3459212"/>
            <a:ext cx="2506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チェーン構築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43275" y="3668762"/>
            <a:ext cx="25065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複雑なLLMワークフローを構築するためのチェーン機能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96000" y="2973437"/>
            <a:ext cx="2743200" cy="1158180"/>
          </a:xfrm>
          <a:prstGeom prst="roundRect">
            <a:avLst>
              <a:gd name="adj" fmla="val 6579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38875" y="3116312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47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☕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38875" y="3459212"/>
            <a:ext cx="2506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Java最適化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38875" y="3668762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Java開発者向けに設計された直感的なAPI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788468" y="4346823"/>
            <a:ext cx="1959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オープンソース • Apache License 2.0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主要機能とコンポーネント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LangChain4jのコアコンポーネントとアーキテクチャ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648718"/>
            <a:ext cx="4620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E5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コアコンポーネント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934468"/>
            <a:ext cx="4529733" cy="4953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934468"/>
            <a:ext cx="0" cy="495300"/>
          </a:xfrm>
          <a:prstGeom prst="line">
            <a:avLst/>
          </a:prstGeom>
          <a:noFill/>
          <a:ln w="28575">
            <a:solidFill>
              <a:srgbClr val="F47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825" y="202971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4825" y="220116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6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ChatGPT, Claude, Gemini対応のチャットモデル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525018"/>
            <a:ext cx="4529733" cy="4953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5288" y="2525018"/>
            <a:ext cx="0" cy="495300"/>
          </a:xfrm>
          <a:prstGeom prst="line">
            <a:avLst/>
          </a:prstGeom>
          <a:noFill/>
          <a:ln w="28575">
            <a:solidFill>
              <a:srgbClr val="F47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825" y="262026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 &amp; Vector Store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4825" y="279171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6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テキストのベクトル化、Pinecone/Weaviate連携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3115568"/>
            <a:ext cx="4529733" cy="4953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3115568"/>
            <a:ext cx="0" cy="495300"/>
          </a:xfrm>
          <a:prstGeom prst="line">
            <a:avLst/>
          </a:prstGeom>
          <a:noFill/>
          <a:ln w="28575">
            <a:solidFill>
              <a:srgbClr val="F47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825" y="321081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Processing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4825" y="338226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6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CSV, HTML形式のドキュメント読み込み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706118"/>
            <a:ext cx="4529733" cy="4953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5288" y="3706118"/>
            <a:ext cx="0" cy="495300"/>
          </a:xfrm>
          <a:prstGeom prst="line">
            <a:avLst/>
          </a:prstGeom>
          <a:noFill/>
          <a:ln w="28575">
            <a:solidFill>
              <a:srgbClr val="F47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825" y="380136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Chains &amp; Memory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4825" y="3972818"/>
            <a:ext cx="4396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6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複雑なワークフローと会話履歴管理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39333" y="1406872"/>
            <a:ext cx="36961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47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アーキテクチャ</a:t>
            </a:r>
            <a:endParaRPr lang="en-US" sz="1125" dirty="0"/>
          </a:p>
        </p:txBody>
      </p:sp>
      <p:pic>
        <p:nvPicPr>
          <p:cNvPr id="22" name="Image 0" descr="/tmp/rasterized-gradient-58529e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9333" y="1692622"/>
            <a:ext cx="3623667" cy="16324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253633" y="1806922"/>
            <a:ext cx="34629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階層構造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253633" y="2029718"/>
            <a:ext cx="3395067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Layer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LangChain4j Core API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Providers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139333" y="3439418"/>
            <a:ext cx="36961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主な特徴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5139333" y="3662214"/>
            <a:ext cx="3623667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統一されたAPI設計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非同期処理のサポート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Boot統合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使用例とメリット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シンプルなコードで強力なAI機能を実装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023045"/>
            <a:ext cx="45740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実装例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259235"/>
            <a:ext cx="4484340" cy="3124200"/>
          </a:xfrm>
          <a:prstGeom prst="roundRect">
            <a:avLst>
              <a:gd name="adj" fmla="val 1829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3544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 LLMの初期化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4350" y="1621185"/>
            <a:ext cx="43019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ChatLanguageModel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model =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OpenAiChatModel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builder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" y="21545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apiKey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"api-key"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modelName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"gpt-4"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4350" y="24212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();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4350" y="26879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 AIアシスタント作成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4350" y="29546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assistant =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AiServices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builder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4350" y="32213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chatLanguageModel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(model)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4350" y="34880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();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4350" y="37547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 使用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4350" y="402148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"Hello AI!"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1000" y="4478685"/>
            <a:ext cx="4484340" cy="443805"/>
          </a:xfrm>
          <a:prstGeom prst="roundRect">
            <a:avLst>
              <a:gd name="adj" fmla="val 12877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4554885"/>
            <a:ext cx="44185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Maven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4726335"/>
            <a:ext cx="44185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0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dev.langchain4j:langchain4j:0.31.0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093940" y="1449586"/>
            <a:ext cx="37424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47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導入メリット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93940" y="1685776"/>
            <a:ext cx="3669060" cy="447675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108228" y="1685776"/>
            <a:ext cx="0" cy="447675"/>
          </a:xfrm>
          <a:prstGeom prst="line">
            <a:avLst/>
          </a:prstGeom>
          <a:noFill/>
          <a:ln w="28575">
            <a:solidFill>
              <a:srgbClr val="F47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7765" y="1761976"/>
            <a:ext cx="35189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開発速度向上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217765" y="1923901"/>
            <a:ext cx="35189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06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複雑なLLM統合を簡潔に実現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93940" y="2209651"/>
            <a:ext cx="3669060" cy="447675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108228" y="2209651"/>
            <a:ext cx="0" cy="447675"/>
          </a:xfrm>
          <a:prstGeom prst="line">
            <a:avLst/>
          </a:prstGeom>
          <a:noFill/>
          <a:ln w="28575">
            <a:solidFill>
              <a:srgbClr val="F47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7765" y="2285851"/>
            <a:ext cx="35189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プロバイダー非依存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217765" y="2447776"/>
            <a:ext cx="35189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06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統一APIで複数LLMを切り替え可能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93940" y="2733526"/>
            <a:ext cx="3669060" cy="447675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108228" y="2733526"/>
            <a:ext cx="0" cy="447675"/>
          </a:xfrm>
          <a:prstGeom prst="line">
            <a:avLst/>
          </a:prstGeom>
          <a:noFill/>
          <a:ln w="28575">
            <a:solidFill>
              <a:srgbClr val="F47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7765" y="2809726"/>
            <a:ext cx="35189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エンタープライズ対応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217765" y="2971651"/>
            <a:ext cx="35189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06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Boot統合、非同期処理完備</a:t>
            </a:r>
            <a:endParaRPr lang="en-US" sz="750" dirty="0"/>
          </a:p>
        </p:txBody>
      </p:sp>
      <p:pic>
        <p:nvPicPr>
          <p:cNvPr id="32" name="Image 0" descr="/tmp/rasterized-gradient-571d11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940" y="3276451"/>
            <a:ext cx="3669060" cy="12192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170140" y="3352651"/>
            <a:ext cx="3586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ユースケース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170140" y="3543151"/>
            <a:ext cx="351666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カスタマーサポート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ドキュメント分析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コード生成ツール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Java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LangChain4j - JavaでLLMアプリケーションを構築</dc:title>
  <dc:subject>LangChain4j Framework Overview</dc:subject>
  <dc:creator>LangChain4j Presentation Generator</dc:creator>
  <cp:lastModifiedBy>LangChain4j Presentation Generator</cp:lastModifiedBy>
  <cp:revision>1</cp:revision>
  <dcterms:created xsi:type="dcterms:W3CDTF">2026-01-01T07:21:52Z</dcterms:created>
  <dcterms:modified xsi:type="dcterms:W3CDTF">2026-01-01T07:21:52Z</dcterms:modified>
</cp:coreProperties>
</file>